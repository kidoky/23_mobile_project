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wdp" ContentType="image/vnd.ms-photo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76" r:id="rId4"/>
    <p:sldId id="258" r:id="rId5"/>
    <p:sldId id="270" r:id="rId6"/>
    <p:sldId id="259" r:id="rId7"/>
    <p:sldId id="285" r:id="rId8"/>
    <p:sldId id="260" r:id="rId9"/>
    <p:sldId id="288" r:id="rId10"/>
    <p:sldId id="261" r:id="rId11"/>
    <p:sldId id="282" r:id="rId12"/>
    <p:sldId id="280" r:id="rId13"/>
    <p:sldId id="284" r:id="rId14"/>
    <p:sldId id="262" r:id="rId15"/>
    <p:sldId id="286" r:id="rId16"/>
    <p:sldId id="263" r:id="rId17"/>
    <p:sldId id="287" r:id="rId18"/>
    <p:sldId id="277" r:id="rId19"/>
    <p:sldId id="264" r:id="rId20"/>
    <p:sldId id="278" r:id="rId21"/>
    <p:sldId id="26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6" y="140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presProps" Target="presProps.xml"  /><Relationship Id="rId24" Type="http://schemas.openxmlformats.org/officeDocument/2006/relationships/viewProps" Target="viewProps.xml"  /><Relationship Id="rId25" Type="http://schemas.openxmlformats.org/officeDocument/2006/relationships/theme" Target="theme/theme1.xml"  /><Relationship Id="rId26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D30FD-9957-0A56-5499-2748AE608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0BFD42-0411-F393-8812-DD0C6B077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E9E922-2867-B5C8-E177-E77807C2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F87D-32BF-4E3A-8347-65E7090E53F7}" type="datetimeFigureOut">
              <a:rPr lang="ko-KR" altLang="en-US" smtClean="0"/>
              <a:t>2023-06-13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16751B-ACCA-7326-1A7B-62B9186DD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66EFFB-C4C1-52DC-4CC3-44669C4C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2E97-0B17-4652-B936-EE95FFEEC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355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22247-6936-A27B-DC7D-B05C77492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8D6903-BE18-B869-C4B9-CAF7BE59B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696F56-114D-702A-41CE-096F70178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F87D-32BF-4E3A-8347-65E7090E53F7}" type="datetimeFigureOut">
              <a:rPr lang="ko-KR" altLang="en-US" smtClean="0"/>
              <a:t>2023-06-13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1056BE-5CE0-AB48-E701-095E78688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299640-3CE7-9A8C-193E-B736C6C93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2E97-0B17-4652-B936-EE95FFEEC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08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49106-B741-9C29-E80B-12493EB60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B7D0AD-8D38-2452-2450-BB1DE11C3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5FA1BB-8334-403B-266F-EC42FC51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F87D-32BF-4E3A-8347-65E7090E53F7}" type="datetimeFigureOut">
              <a:rPr lang="ko-KR" altLang="en-US" smtClean="0"/>
              <a:t>2023-06-13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863173-6CE7-653D-E8CF-FF63CE3A0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84EF77-F753-2FFF-E451-FFC8BB7B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2E97-0B17-4652-B936-EE95FFEEC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15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D75C0-F482-946C-8070-B4F5B64B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910A64-AE62-6B3B-90C0-670E144122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AD73C6-E5F7-42F0-7966-7A6DE0E15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341A24-DA6C-4296-8799-075912A0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F87D-32BF-4E3A-8347-65E7090E53F7}" type="datetimeFigureOut">
              <a:rPr lang="ko-KR" altLang="en-US" smtClean="0"/>
              <a:t>2023-06-13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1AD02D-B5DD-9D54-E889-4FBF1E679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84BE0D-87CE-B4D8-7683-CC57A7D96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2E97-0B17-4652-B936-EE95FFEEC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523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41F2E-8925-62EE-9836-E0DA71902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49FEDA-CCD6-69A6-8C91-F5E2BFB5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9B0405-0A5B-5AF2-D8CF-48A15672F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B666B6-7BFF-3E11-AAEE-7CC058B78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C1391DB-4E68-3254-FBB8-2CED0EC71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413D4F-577D-979D-42A7-AFF934F1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F87D-32BF-4E3A-8347-65E7090E53F7}" type="datetimeFigureOut">
              <a:rPr lang="ko-KR" altLang="en-US" smtClean="0"/>
              <a:t>2023-06-13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9ED3E6-B778-1ADC-757D-6C220BC6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6CEC8C-CB80-5F69-6AD5-98B7534F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2E97-0B17-4652-B936-EE95FFEEC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98A31-D18E-5FC0-A29A-2851F593F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78BF32-A677-749A-9196-F6B33B50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F87D-32BF-4E3A-8347-65E7090E53F7}" type="datetimeFigureOut">
              <a:rPr lang="ko-KR" altLang="en-US" smtClean="0"/>
              <a:t>2023-06-13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3E98F5-2543-21E0-564E-67F8C680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E922B3-AD3C-54E3-3A9E-EC9E89C75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2E97-0B17-4652-B936-EE95FFEEC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247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E93B36-465F-065C-C45A-A59157565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F87D-32BF-4E3A-8347-65E7090E53F7}" type="datetimeFigureOut">
              <a:rPr lang="ko-KR" altLang="en-US" smtClean="0"/>
              <a:t>2023-06-13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2110B5-C256-9130-EF56-4B9594454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F3451F-610F-EDD0-6F60-C8C000A1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2E97-0B17-4652-B936-EE95FFEEC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B9403-5BFD-F042-2FA3-C058BC72B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0A2B3C-242B-8036-FC27-11DEEB7C7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77C7C-2424-035D-F899-E444D1631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AF3003-CD21-8808-BC91-70684BE6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F87D-32BF-4E3A-8347-65E7090E53F7}" type="datetimeFigureOut">
              <a:rPr lang="ko-KR" altLang="en-US" smtClean="0"/>
              <a:t>2023-06-13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5BCFA4-7223-689B-04D0-0EC503F9F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5AAA1D-0D4D-A77B-739C-23D23232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2E97-0B17-4652-B936-EE95FFEEC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72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2D68DB-C84C-44B9-30ED-2043E1943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46CCE6-19BF-B773-DA30-E60AF6FAD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3B10D1-364D-98B2-32C1-2264D388F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52B6CF-99F2-F4CC-F9A2-8BE51BFFB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F87D-32BF-4E3A-8347-65E7090E53F7}" type="datetimeFigureOut">
              <a:rPr lang="ko-KR" altLang="en-US" smtClean="0"/>
              <a:t>2023-06-13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D4DBFE-8ABF-3DFF-B70A-FF8AB2DDB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05F65A-682C-7E82-8E3A-0CA13ED2C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2E97-0B17-4652-B936-EE95FFEEC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62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6D344-D346-9B45-ADBA-01B0AC398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F03C92-88C7-6B28-C0F9-28AE56DA0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EF23F3-764A-DE23-30AF-AFC5CA2A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F87D-32BF-4E3A-8347-65E7090E53F7}" type="datetimeFigureOut">
              <a:rPr lang="ko-KR" altLang="en-US" smtClean="0"/>
              <a:t>2023-06-13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78D30D-A13E-66FD-28E7-9DB883C15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1A3A83-852B-0D02-BFC1-024994B4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2E97-0B17-4652-B936-EE95FFEEC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266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150252-C480-85DD-65AD-501B00C96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2A8E90-24BB-7667-0073-BA64E0DE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C2F6F3-ED4B-A264-CD0A-B076F33E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6F87D-32BF-4E3A-8347-65E7090E53F7}" type="datetimeFigureOut">
              <a:rPr lang="ko-KR" altLang="en-US" smtClean="0"/>
              <a:t>2023-06-13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0E7A9B-D790-1747-0972-63F9DCFE3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9C2CFF-E1FE-36E4-5EBD-81E16F2D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2E97-0B17-4652-B936-EE95FFEEC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59178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DA64D9C-4A31-C21E-806F-4CB96109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BCF09A-12F0-9B98-E20D-480D97423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900EBD-68FA-8F22-BE55-0D6F9AF7E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6F87D-32BF-4E3A-8347-65E7090E53F7}" type="datetimeFigureOut">
              <a:rPr lang="ko-KR" altLang="en-US" smtClean="0"/>
              <a:t>2023-06-13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B50A3E-9491-CE5B-A562-5FB47850A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1E1849-1686-E97B-6E52-070B65362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72E97-0B17-4652-B936-EE95FFEEC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697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Relationship Id="rId2" Type="http://schemas.openxmlformats.org/officeDocument/2006/relationships/image" Target="../media/image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Relationship Id="rId5" Type="http://schemas.openxmlformats.org/officeDocument/2006/relationships/image" Target="../media/image21.png"  /><Relationship Id="rId6" Type="http://schemas.openxmlformats.org/officeDocument/2006/relationships/image" Target="../media/image22.png"  /><Relationship Id="rId7" Type="http://schemas.openxmlformats.org/officeDocument/2006/relationships/image" Target="../media/image23.png"  /><Relationship Id="rId8" Type="http://schemas.openxmlformats.org/officeDocument/2006/relationships/image" Target="../media/image2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8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Relationship Id="rId2" Type="http://schemas.openxmlformats.org/officeDocument/2006/relationships/image" Target="../media/image29.png"  /><Relationship Id="rId3" Type="http://schemas.openxmlformats.org/officeDocument/2006/relationships/image" Target="../media/image30.png"  /><Relationship Id="rId4" Type="http://schemas.openxmlformats.org/officeDocument/2006/relationships/image" Target="../media/image31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Relationship Id="rId2" Type="http://schemas.openxmlformats.org/officeDocument/2006/relationships/image" Target="../media/image32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Relationship Id="rId2" Type="http://schemas.openxmlformats.org/officeDocument/2006/relationships/image" Target="../media/image33.png"  /><Relationship Id="rId3" Type="http://schemas.openxmlformats.org/officeDocument/2006/relationships/image" Target="../media/image34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Relationship Id="rId2" Type="http://schemas.openxmlformats.org/officeDocument/2006/relationships/image" Target="../media/image2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5.png"  /><Relationship Id="rId3" Type="http://schemas.microsoft.com/office/2007/relationships/hdphoto" Target="../embeddings/oleObject1.wdp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의류, 야외, 사람, 하늘이(가) 표시된 사진&#10;&#10;자동 생성된 설명">
            <a:extLst>
              <a:ext uri="{FF2B5EF4-FFF2-40B4-BE49-F238E27FC236}">
                <a16:creationId xmlns:a16="http://schemas.microsoft.com/office/drawing/2014/main" id="{26A8F5FE-B33D-8CC9-2541-6A84520E0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A83E48-51CC-BEF7-374A-453D2F615C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  <a:alpha val="3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6CB1BA-31AF-191E-49DC-548E7A018390}"/>
              </a:ext>
            </a:extLst>
          </p:cNvPr>
          <p:cNvSpPr txBox="1"/>
          <p:nvPr/>
        </p:nvSpPr>
        <p:spPr>
          <a:xfrm>
            <a:off x="324928" y="5230273"/>
            <a:ext cx="115421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20191379 </a:t>
            </a:r>
            <a:r>
              <a:rPr lang="ko-KR" altLang="en-US" sz="20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김도겸</a:t>
            </a:r>
            <a:endParaRPr lang="en-US" altLang="ko-KR" sz="20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  <a:p>
            <a:r>
              <a:rPr lang="en-US" altLang="ko-KR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20211220 </a:t>
            </a:r>
            <a:r>
              <a:rPr lang="ko-KR" altLang="en-US" sz="20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정두영</a:t>
            </a:r>
            <a:endParaRPr lang="en-US" altLang="ko-KR" sz="20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  <a:p>
            <a:r>
              <a:rPr lang="en-US" altLang="ko-KR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20191467 </a:t>
            </a:r>
            <a:r>
              <a:rPr lang="ko-KR" alt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추교상</a:t>
            </a:r>
            <a:endParaRPr lang="en-US" altLang="ko-KR" sz="20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  <a:p>
            <a:r>
              <a:rPr lang="en-US" altLang="ko-KR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20191469 </a:t>
            </a:r>
            <a:r>
              <a:rPr lang="ko-KR" alt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홍재민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F97FD-AF60-B720-DD73-EFEFAFA0A711}"/>
              </a:ext>
            </a:extLst>
          </p:cNvPr>
          <p:cNvSpPr txBox="1"/>
          <p:nvPr/>
        </p:nvSpPr>
        <p:spPr>
          <a:xfrm>
            <a:off x="224288" y="3821501"/>
            <a:ext cx="4865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Health Guide</a:t>
            </a:r>
            <a:endParaRPr lang="ko-KR" altLang="en-US" sz="48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369408-7B41-DBCE-1A78-F0BAE2473F7D}"/>
              </a:ext>
            </a:extLst>
          </p:cNvPr>
          <p:cNvSpPr txBox="1"/>
          <p:nvPr/>
        </p:nvSpPr>
        <p:spPr>
          <a:xfrm>
            <a:off x="8461362" y="691438"/>
            <a:ext cx="345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1D23FB-0ED6-0DC5-04B3-77268AC364DE}"/>
              </a:ext>
            </a:extLst>
          </p:cNvPr>
          <p:cNvSpPr txBox="1"/>
          <p:nvPr/>
        </p:nvSpPr>
        <p:spPr>
          <a:xfrm>
            <a:off x="10463842" y="304288"/>
            <a:ext cx="1403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23-06-16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B06A0C-1A58-3B98-1529-91B37C850FF6}"/>
              </a:ext>
            </a:extLst>
          </p:cNvPr>
          <p:cNvSpPr txBox="1"/>
          <p:nvPr/>
        </p:nvSpPr>
        <p:spPr>
          <a:xfrm>
            <a:off x="385313" y="4774274"/>
            <a:ext cx="2193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(</a:t>
            </a:r>
            <a:r>
              <a:rPr lang="ko-KR" altLang="en-US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운동하조</a:t>
            </a:r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)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2558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C35C1E0-0DE5-04ED-58D0-6C9FCB35EC6E}"/>
              </a:ext>
            </a:extLst>
          </p:cNvPr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02060">
              <a:alpha val="7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6E9A87-234A-0103-EA17-1C4915E0C787}"/>
              </a:ext>
            </a:extLst>
          </p:cNvPr>
          <p:cNvSpPr txBox="1"/>
          <p:nvPr/>
        </p:nvSpPr>
        <p:spPr>
          <a:xfrm>
            <a:off x="792480" y="732613"/>
            <a:ext cx="42773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목차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3BB8BB-50B7-060F-DD41-A9B761118019}"/>
              </a:ext>
            </a:extLst>
          </p:cNvPr>
          <p:cNvSpPr txBox="1"/>
          <p:nvPr/>
        </p:nvSpPr>
        <p:spPr>
          <a:xfrm>
            <a:off x="741680" y="3532822"/>
            <a:ext cx="468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C6FF92-93F6-8CEF-6F66-F2333B722CCF}"/>
              </a:ext>
            </a:extLst>
          </p:cNvPr>
          <p:cNvSpPr txBox="1"/>
          <p:nvPr/>
        </p:nvSpPr>
        <p:spPr>
          <a:xfrm>
            <a:off x="8803203" y="619760"/>
            <a:ext cx="1073371" cy="5781040"/>
          </a:xfrm>
          <a:prstGeom prst="rect">
            <a:avLst/>
          </a:prstGeom>
          <a:noFill/>
        </p:spPr>
        <p:txBody>
          <a:bodyPr vert="wordArtVertRtl" wrap="square" rtlCol="0" anchor="ctr" anchorCtr="0">
            <a:spAutoFit/>
          </a:bodyPr>
          <a:lstStyle/>
          <a:p>
            <a:pPr algn="dist"/>
            <a:r>
              <a:rPr lang="en-US" altLang="ko-KR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JUST</a:t>
            </a: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 </a:t>
            </a:r>
            <a:r>
              <a:rPr lang="en-US" altLang="ko-KR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DO</a:t>
            </a: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 </a:t>
            </a:r>
            <a:r>
              <a:rPr lang="en-US" altLang="ko-KR" sz="5400" b="1" dirty="0">
                <a:solidFill>
                  <a:schemeClr val="accent4">
                    <a:lumMod val="75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IT</a:t>
            </a:r>
            <a:endParaRPr lang="ko-KR" altLang="en-US" sz="5400" b="1" dirty="0">
              <a:solidFill>
                <a:schemeClr val="accent4">
                  <a:lumMod val="75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93F264-E2E7-ED66-1480-AD7582931B73}"/>
              </a:ext>
            </a:extLst>
          </p:cNvPr>
          <p:cNvSpPr txBox="1"/>
          <p:nvPr/>
        </p:nvSpPr>
        <p:spPr>
          <a:xfrm>
            <a:off x="538480" y="4392460"/>
            <a:ext cx="468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3. </a:t>
            </a:r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실행 영상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35B540-7340-FECB-C6A4-7E1396B57688}"/>
              </a:ext>
            </a:extLst>
          </p:cNvPr>
          <p:cNvSpPr txBox="1"/>
          <p:nvPr/>
        </p:nvSpPr>
        <p:spPr>
          <a:xfrm>
            <a:off x="538480" y="2546358"/>
            <a:ext cx="453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1. </a:t>
            </a:r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목적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6D946C-88F6-E57A-1513-845785026B2C}"/>
              </a:ext>
            </a:extLst>
          </p:cNvPr>
          <p:cNvSpPr txBox="1"/>
          <p:nvPr/>
        </p:nvSpPr>
        <p:spPr>
          <a:xfrm>
            <a:off x="538480" y="3459002"/>
            <a:ext cx="468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2. </a:t>
            </a:r>
            <a:r>
              <a:rPr lang="ko-KR" alt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액티비티 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7A3E5-32A6-0E00-6CC7-A32CF7587C1B}"/>
              </a:ext>
            </a:extLst>
          </p:cNvPr>
          <p:cNvSpPr txBox="1"/>
          <p:nvPr/>
        </p:nvSpPr>
        <p:spPr>
          <a:xfrm>
            <a:off x="538480" y="5325918"/>
            <a:ext cx="468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4. </a:t>
            </a:r>
            <a:r>
              <a:rPr lang="ko-KR" altLang="en-US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느낀점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4483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2E27A12-C8F4-E1C4-1655-E246449636FB}"/>
              </a:ext>
            </a:extLst>
          </p:cNvPr>
          <p:cNvGrpSpPr/>
          <p:nvPr/>
        </p:nvGrpSpPr>
        <p:grpSpPr>
          <a:xfrm>
            <a:off x="4094810" y="2345306"/>
            <a:ext cx="4002379" cy="1886168"/>
            <a:chOff x="4094810" y="2611120"/>
            <a:chExt cx="4002379" cy="188616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82C7CD-3C52-BCBD-19F4-3F1C5008CAD7}"/>
                </a:ext>
              </a:extLst>
            </p:cNvPr>
            <p:cNvSpPr txBox="1"/>
            <p:nvPr/>
          </p:nvSpPr>
          <p:spPr>
            <a:xfrm>
              <a:off x="4094810" y="2611120"/>
              <a:ext cx="4002379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8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+mj-lt"/>
                </a:rPr>
                <a:t>PART 1</a:t>
              </a:r>
              <a:r>
                <a:rPr lang="en-US" altLang="ko-KR" sz="8800" dirty="0">
                  <a:solidFill>
                    <a:schemeClr val="bg1"/>
                  </a:solidFill>
                  <a:latin typeface="+mj-lt"/>
                </a:rPr>
                <a:t>.</a:t>
              </a:r>
              <a:endParaRPr lang="ko-KR" altLang="en-US" sz="8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A3D2C8-E685-C068-E1B6-EC0FB5318D56}"/>
                </a:ext>
              </a:extLst>
            </p:cNvPr>
            <p:cNvSpPr txBox="1"/>
            <p:nvPr/>
          </p:nvSpPr>
          <p:spPr>
            <a:xfrm>
              <a:off x="4419600" y="3974068"/>
              <a:ext cx="31800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8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푸라닭 젠틀 고딕" panose="00000500000000000000" pitchFamily="2" charset="-127"/>
                  <a:ea typeface="푸라닭 젠틀 고딕" panose="00000500000000000000" pitchFamily="2" charset="-127"/>
                </a:rPr>
                <a:t>목적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324341A-F158-FD00-C494-5BF02C11D9F8}"/>
              </a:ext>
            </a:extLst>
          </p:cNvPr>
          <p:cNvSpPr txBox="1"/>
          <p:nvPr/>
        </p:nvSpPr>
        <p:spPr>
          <a:xfrm>
            <a:off x="8546351" y="386638"/>
            <a:ext cx="345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3848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EB2F0CD-CD40-AB53-D221-E01545120D60}"/>
              </a:ext>
            </a:extLst>
          </p:cNvPr>
          <p:cNvSpPr/>
          <p:nvPr/>
        </p:nvSpPr>
        <p:spPr>
          <a:xfrm>
            <a:off x="0" y="0"/>
            <a:ext cx="2001520" cy="6858000"/>
          </a:xfrm>
          <a:prstGeom prst="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93CAEA-21E7-57A2-5E11-D93BE30E99E1}"/>
              </a:ext>
            </a:extLst>
          </p:cNvPr>
          <p:cNvSpPr txBox="1"/>
          <p:nvPr/>
        </p:nvSpPr>
        <p:spPr>
          <a:xfrm>
            <a:off x="2336800" y="457200"/>
            <a:ext cx="22453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목적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C1123E-F75D-9F30-D328-9E8A5523FA63}"/>
              </a:ext>
            </a:extLst>
          </p:cNvPr>
          <p:cNvSpPr txBox="1"/>
          <p:nvPr/>
        </p:nvSpPr>
        <p:spPr>
          <a:xfrm>
            <a:off x="3216615" y="2782669"/>
            <a:ext cx="8884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이 프로젝트를 진행하기 위해 팀원들의 의견을 종합해 보았더니</a:t>
            </a:r>
            <a:r>
              <a:rPr lang="en-US" altLang="ko-KR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 </a:t>
            </a:r>
          </a:p>
          <a:p>
            <a:r>
              <a:rPr lang="ko-KR" altLang="en-US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팀원 모두 운동에 관심이 있다는 것을 알게 되었습니다</a:t>
            </a:r>
            <a:r>
              <a:rPr lang="en-US" altLang="ko-KR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146D59-8AB7-69B8-8445-7D9E786924EB}"/>
              </a:ext>
            </a:extLst>
          </p:cNvPr>
          <p:cNvSpPr txBox="1"/>
          <p:nvPr/>
        </p:nvSpPr>
        <p:spPr>
          <a:xfrm>
            <a:off x="727415" y="476934"/>
            <a:ext cx="513795" cy="5730240"/>
          </a:xfrm>
          <a:prstGeom prst="rect">
            <a:avLst/>
          </a:prstGeom>
          <a:noFill/>
        </p:spPr>
        <p:txBody>
          <a:bodyPr vert="wordArtVertRtl" wrap="square" rtlCol="0">
            <a:spAutoFit/>
          </a:bodyPr>
          <a:lstStyle/>
          <a:p>
            <a:pPr algn="dist"/>
            <a:r>
              <a:rPr lang="en-US" altLang="ko-KR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</a:t>
            </a:r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41F7AD-6AE2-50F9-2166-E5B8FA330BA7}"/>
              </a:ext>
            </a:extLst>
          </p:cNvPr>
          <p:cNvSpPr txBox="1"/>
          <p:nvPr/>
        </p:nvSpPr>
        <p:spPr>
          <a:xfrm>
            <a:off x="3216615" y="4481422"/>
            <a:ext cx="8371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팀원들이 헬스장을 다니면서 그 동안 불편했던 점이나 추가해 줬으면 하는 점을</a:t>
            </a:r>
            <a:endParaRPr lang="en-US" altLang="ko-KR" dirty="0"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  <a:p>
            <a:r>
              <a:rPr lang="ko-KR" altLang="en-US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토대로 앱을 제작해 보았습니다</a:t>
            </a:r>
            <a:r>
              <a:rPr lang="en-US" altLang="ko-KR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.</a:t>
            </a:r>
            <a:endParaRPr lang="ko-KR" altLang="en-US" dirty="0"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7217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2E27A12-C8F4-E1C4-1655-E246449636FB}"/>
              </a:ext>
            </a:extLst>
          </p:cNvPr>
          <p:cNvGrpSpPr/>
          <p:nvPr/>
        </p:nvGrpSpPr>
        <p:grpSpPr>
          <a:xfrm>
            <a:off x="4094810" y="2345306"/>
            <a:ext cx="4002379" cy="1886168"/>
            <a:chOff x="4094810" y="2611120"/>
            <a:chExt cx="4002379" cy="188616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82C7CD-3C52-BCBD-19F4-3F1C5008CAD7}"/>
                </a:ext>
              </a:extLst>
            </p:cNvPr>
            <p:cNvSpPr txBox="1"/>
            <p:nvPr/>
          </p:nvSpPr>
          <p:spPr>
            <a:xfrm>
              <a:off x="4094810" y="2611120"/>
              <a:ext cx="4002379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8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+mj-lt"/>
                </a:rPr>
                <a:t>PART 2</a:t>
              </a:r>
              <a:r>
                <a:rPr lang="en-US" altLang="ko-KR" sz="8800" dirty="0">
                  <a:solidFill>
                    <a:schemeClr val="bg1"/>
                  </a:solidFill>
                  <a:latin typeface="+mj-lt"/>
                </a:rPr>
                <a:t>.</a:t>
              </a:r>
              <a:endParaRPr lang="ko-KR" altLang="en-US" sz="8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A3D2C8-E685-C068-E1B6-EC0FB5318D56}"/>
                </a:ext>
              </a:extLst>
            </p:cNvPr>
            <p:cNvSpPr txBox="1"/>
            <p:nvPr/>
          </p:nvSpPr>
          <p:spPr>
            <a:xfrm>
              <a:off x="4419600" y="3974068"/>
              <a:ext cx="31800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8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푸라닭 젠틀 고딕" panose="00000500000000000000" pitchFamily="2" charset="-127"/>
                  <a:ea typeface="푸라닭 젠틀 고딕" panose="00000500000000000000" pitchFamily="2" charset="-127"/>
                </a:rPr>
                <a:t> 액티비티 소개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324341A-F158-FD00-C494-5BF02C11D9F8}"/>
              </a:ext>
            </a:extLst>
          </p:cNvPr>
          <p:cNvSpPr txBox="1"/>
          <p:nvPr/>
        </p:nvSpPr>
        <p:spPr>
          <a:xfrm>
            <a:off x="8546351" y="386638"/>
            <a:ext cx="345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9973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운영 체제이(가) 표시된 사진&#10;&#10;자동 생성된 설명">
            <a:extLst>
              <a:ext uri="{FF2B5EF4-FFF2-40B4-BE49-F238E27FC236}">
                <a16:creationId xmlns:a16="http://schemas.microsoft.com/office/drawing/2014/main" id="{95DAC951-B9FD-0062-34D1-B1424EC62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872" y="1834409"/>
            <a:ext cx="2349621" cy="4134061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0475EDD-7208-8A4B-4ACC-709C7C80C385}"/>
              </a:ext>
            </a:extLst>
          </p:cNvPr>
          <p:cNvSpPr/>
          <p:nvPr/>
        </p:nvSpPr>
        <p:spPr>
          <a:xfrm>
            <a:off x="731520" y="396240"/>
            <a:ext cx="829861" cy="839371"/>
          </a:xfrm>
          <a:prstGeom prst="round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1</a:t>
            </a:r>
            <a:endParaRPr lang="ko-KR" altLang="en-US" sz="28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381CD-0DE5-F5F6-69E2-B4ABD7D48203}"/>
              </a:ext>
            </a:extLst>
          </p:cNvPr>
          <p:cNvSpPr txBox="1"/>
          <p:nvPr/>
        </p:nvSpPr>
        <p:spPr>
          <a:xfrm>
            <a:off x="1764581" y="492759"/>
            <a:ext cx="508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바탕화면 </a:t>
            </a:r>
            <a:r>
              <a:rPr lang="en-US" altLang="ko-KR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- </a:t>
            </a:r>
            <a:r>
              <a:rPr lang="ko-KR" altLang="en-US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추교상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4CB1-49D4-2B68-5F77-F4D231458DD6}"/>
              </a:ext>
            </a:extLst>
          </p:cNvPr>
          <p:cNvSpPr txBox="1"/>
          <p:nvPr/>
        </p:nvSpPr>
        <p:spPr>
          <a:xfrm>
            <a:off x="8087360" y="396240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583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0475EDD-7208-8A4B-4ACC-709C7C80C385}"/>
              </a:ext>
            </a:extLst>
          </p:cNvPr>
          <p:cNvSpPr/>
          <p:nvPr/>
        </p:nvSpPr>
        <p:spPr>
          <a:xfrm>
            <a:off x="731520" y="396240"/>
            <a:ext cx="829861" cy="839371"/>
          </a:xfrm>
          <a:prstGeom prst="round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1</a:t>
            </a:r>
            <a:endParaRPr lang="ko-KR" altLang="en-US" sz="28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381CD-0DE5-F5F6-69E2-B4ABD7D48203}"/>
              </a:ext>
            </a:extLst>
          </p:cNvPr>
          <p:cNvSpPr txBox="1"/>
          <p:nvPr/>
        </p:nvSpPr>
        <p:spPr>
          <a:xfrm>
            <a:off x="1764581" y="492759"/>
            <a:ext cx="508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바탕화면</a:t>
            </a:r>
            <a:r>
              <a:rPr lang="en-US" altLang="ko-KR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.JAVA</a:t>
            </a:r>
            <a:endParaRPr lang="ko-KR" altLang="en-US" sz="3200" dirty="0"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4CB1-49D4-2B68-5F77-F4D231458DD6}"/>
              </a:ext>
            </a:extLst>
          </p:cNvPr>
          <p:cNvSpPr txBox="1"/>
          <p:nvPr/>
        </p:nvSpPr>
        <p:spPr>
          <a:xfrm>
            <a:off x="8087360" y="396240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pic>
        <p:nvPicPr>
          <p:cNvPr id="9" name="그림 8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DC6F3881-FCFF-5676-1C8B-E2700BBA3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465005"/>
            <a:ext cx="5140961" cy="4900236"/>
          </a:xfrm>
          <a:prstGeom prst="rect">
            <a:avLst/>
          </a:prstGeom>
          <a:ln w="101600">
            <a:solidFill>
              <a:schemeClr val="accent1">
                <a:shade val="15000"/>
                <a:alpha val="90000"/>
              </a:schemeClr>
            </a:solidFill>
          </a:ln>
        </p:spPr>
      </p:pic>
      <p:pic>
        <p:nvPicPr>
          <p:cNvPr id="11" name="그림 10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B8CC4D0-A39D-A09D-03CE-5B1B23474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878" y="1465006"/>
            <a:ext cx="5140962" cy="4900236"/>
          </a:xfrm>
          <a:prstGeom prst="rect">
            <a:avLst/>
          </a:prstGeom>
          <a:ln w="101600">
            <a:solidFill>
              <a:schemeClr val="accent1">
                <a:shade val="15000"/>
                <a:alpha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23635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AE79768E-B314-6C6E-08DD-62723ACFC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150" y="1834409"/>
            <a:ext cx="2311519" cy="4159460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3DA65F5-B98F-F2BB-D26D-FAC6616E4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948" y="1878883"/>
            <a:ext cx="2343270" cy="4114986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B381CD-0DE5-F5F6-69E2-B4ABD7D48203}"/>
              </a:ext>
            </a:extLst>
          </p:cNvPr>
          <p:cNvSpPr txBox="1"/>
          <p:nvPr/>
        </p:nvSpPr>
        <p:spPr>
          <a:xfrm>
            <a:off x="1790461" y="492759"/>
            <a:ext cx="5846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운동기구 사용 여부 </a:t>
            </a:r>
            <a:r>
              <a:rPr lang="en-US" altLang="ko-KR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- </a:t>
            </a:r>
            <a:r>
              <a:rPr lang="ko-KR" altLang="en-US" sz="3200" dirty="0" err="1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김도겸</a:t>
            </a:r>
            <a:r>
              <a:rPr lang="en-US" altLang="ko-KR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 </a:t>
            </a:r>
            <a:endParaRPr lang="ko-KR" altLang="en-US" sz="3200" dirty="0"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4CB1-49D4-2B68-5F77-F4D231458DD6}"/>
              </a:ext>
            </a:extLst>
          </p:cNvPr>
          <p:cNvSpPr txBox="1"/>
          <p:nvPr/>
        </p:nvSpPr>
        <p:spPr>
          <a:xfrm>
            <a:off x="8087360" y="396240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C0C24A7-F306-3CD3-601D-9B4A14DA046B}"/>
              </a:ext>
            </a:extLst>
          </p:cNvPr>
          <p:cNvSpPr/>
          <p:nvPr/>
        </p:nvSpPr>
        <p:spPr>
          <a:xfrm>
            <a:off x="731520" y="396240"/>
            <a:ext cx="829861" cy="839371"/>
          </a:xfrm>
          <a:prstGeom prst="round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2</a:t>
            </a:r>
            <a:endParaRPr lang="ko-KR" altLang="en-US" sz="28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4965543C-6A46-0BA9-07E5-B191426CE699}"/>
              </a:ext>
            </a:extLst>
          </p:cNvPr>
          <p:cNvSpPr/>
          <p:nvPr/>
        </p:nvSpPr>
        <p:spPr>
          <a:xfrm>
            <a:off x="5712459" y="3456940"/>
            <a:ext cx="679450" cy="469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311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4788F6BC-4C2E-7017-B6F6-2F669FAF0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22" y="1483358"/>
            <a:ext cx="4010369" cy="4978400"/>
          </a:xfrm>
          <a:prstGeom prst="rect">
            <a:avLst/>
          </a:prstGeom>
          <a:ln w="101600">
            <a:solidFill>
              <a:schemeClr val="accent1">
                <a:shade val="15000"/>
                <a:alpha val="90000"/>
              </a:schemeClr>
            </a:solidFill>
          </a:ln>
        </p:spPr>
      </p:pic>
      <p:pic>
        <p:nvPicPr>
          <p:cNvPr id="10" name="그림 9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7C39834F-9CAF-3DFD-BB2A-1AB5CABEF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457" y="1483359"/>
            <a:ext cx="4178488" cy="4978399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2614F456-FD45-63BE-C27A-A56955649B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110" y="1483360"/>
            <a:ext cx="2684968" cy="4978400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B381CD-0DE5-F5F6-69E2-B4ABD7D48203}"/>
              </a:ext>
            </a:extLst>
          </p:cNvPr>
          <p:cNvSpPr txBox="1"/>
          <p:nvPr/>
        </p:nvSpPr>
        <p:spPr>
          <a:xfrm>
            <a:off x="1790461" y="492759"/>
            <a:ext cx="508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기구 사용 여부</a:t>
            </a:r>
            <a:r>
              <a:rPr lang="en-US" altLang="ko-KR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.JAVA</a:t>
            </a:r>
            <a:endParaRPr lang="ko-KR" altLang="en-US" sz="3200" dirty="0"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4CB1-49D4-2B68-5F77-F4D231458DD6}"/>
              </a:ext>
            </a:extLst>
          </p:cNvPr>
          <p:cNvSpPr txBox="1"/>
          <p:nvPr/>
        </p:nvSpPr>
        <p:spPr>
          <a:xfrm>
            <a:off x="8087360" y="396240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C0C24A7-F306-3CD3-601D-9B4A14DA046B}"/>
              </a:ext>
            </a:extLst>
          </p:cNvPr>
          <p:cNvSpPr/>
          <p:nvPr/>
        </p:nvSpPr>
        <p:spPr>
          <a:xfrm>
            <a:off x="731520" y="396240"/>
            <a:ext cx="829861" cy="839371"/>
          </a:xfrm>
          <a:prstGeom prst="round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2</a:t>
            </a:r>
            <a:endParaRPr lang="ko-KR" altLang="en-US" sz="28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5702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포츠, 운동기구, 러닝머신이(가) 표시된 사진&#10;&#10;자동 생성된 설명">
            <a:extLst>
              <a:ext uri="{FF2B5EF4-FFF2-40B4-BE49-F238E27FC236}">
                <a16:creationId xmlns:a16="http://schemas.microsoft.com/office/drawing/2014/main" id="{13AD18F5-CA44-FD86-1A32-386376475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083" y="1893687"/>
            <a:ext cx="2330570" cy="4114799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  <p:pic>
        <p:nvPicPr>
          <p:cNvPr id="13" name="그림 12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39A4468C-1DB6-A9DA-8D81-4D7F21792C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520" y="1893687"/>
            <a:ext cx="2311519" cy="4114800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75EE3536-2832-2901-A5C3-B3C7B011A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06" y="1934114"/>
            <a:ext cx="2305168" cy="4114800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B381CD-0DE5-F5F6-69E2-B4ABD7D48203}"/>
              </a:ext>
            </a:extLst>
          </p:cNvPr>
          <p:cNvSpPr txBox="1"/>
          <p:nvPr/>
        </p:nvSpPr>
        <p:spPr>
          <a:xfrm>
            <a:off x="1790459" y="492759"/>
            <a:ext cx="629690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3200" dirty="0">
                <a:latin typeface="푸라닭 젠틀 고딕" panose="00000500000000000000" pitchFamily="2" charset="-127"/>
                <a:ea typeface="푸라닭 젠틀 고딕"/>
              </a:rPr>
              <a:t>운동 루틴 추천(유산소) </a:t>
            </a:r>
            <a:r>
              <a:rPr lang="en-US" altLang="ko-KR" sz="3200" dirty="0">
                <a:latin typeface="푸라닭 젠틀 고딕" panose="00000500000000000000" pitchFamily="2" charset="-127"/>
                <a:ea typeface="푸라닭 젠틀 고딕"/>
              </a:rPr>
              <a:t>- </a:t>
            </a:r>
            <a:r>
              <a:rPr lang="ko-KR" altLang="en-US" sz="3200" dirty="0" err="1">
                <a:latin typeface="푸라닭 젠틀 고딕" panose="00000500000000000000" pitchFamily="2" charset="-127"/>
                <a:ea typeface="푸라닭 젠틀 고딕"/>
              </a:rPr>
              <a:t>정두영</a:t>
            </a:r>
            <a:endParaRPr lang="ko-KR" altLang="en-US" sz="3200" dirty="0"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4CB1-49D4-2B68-5F77-F4D231458DD6}"/>
              </a:ext>
            </a:extLst>
          </p:cNvPr>
          <p:cNvSpPr txBox="1"/>
          <p:nvPr/>
        </p:nvSpPr>
        <p:spPr>
          <a:xfrm>
            <a:off x="8087360" y="396240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FB7ACB6-BE94-E263-C77A-2ED8B40B552C}"/>
              </a:ext>
            </a:extLst>
          </p:cNvPr>
          <p:cNvSpPr/>
          <p:nvPr/>
        </p:nvSpPr>
        <p:spPr>
          <a:xfrm>
            <a:off x="731520" y="396240"/>
            <a:ext cx="829861" cy="839371"/>
          </a:xfrm>
          <a:prstGeom prst="round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3</a:t>
            </a:r>
            <a:endParaRPr lang="ko-KR" altLang="en-US" sz="28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A98BA4EE-E1C3-0D15-B976-3B0FF4D5BE86}"/>
              </a:ext>
            </a:extLst>
          </p:cNvPr>
          <p:cNvSpPr/>
          <p:nvPr/>
        </p:nvSpPr>
        <p:spPr>
          <a:xfrm>
            <a:off x="3852968" y="3425190"/>
            <a:ext cx="679450" cy="469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5679479D-B5E6-BC5A-A2F0-B53097F169A1}"/>
              </a:ext>
            </a:extLst>
          </p:cNvPr>
          <p:cNvSpPr/>
          <p:nvPr/>
        </p:nvSpPr>
        <p:spPr>
          <a:xfrm>
            <a:off x="7891336" y="3429000"/>
            <a:ext cx="679450" cy="469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221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469B6E7E-FE8B-40BC-0A35-829392575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067" y="1586246"/>
            <a:ext cx="5103253" cy="4760262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  <p:pic>
        <p:nvPicPr>
          <p:cNvPr id="8" name="그림 7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5DE3885E-4A5A-BD00-2A57-648E89A3FE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534" y="1586246"/>
            <a:ext cx="5103253" cy="4778995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B381CD-0DE5-F5F6-69E2-B4ABD7D48203}"/>
              </a:ext>
            </a:extLst>
          </p:cNvPr>
          <p:cNvSpPr txBox="1"/>
          <p:nvPr/>
        </p:nvSpPr>
        <p:spPr>
          <a:xfrm>
            <a:off x="1790460" y="492759"/>
            <a:ext cx="729615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3200" dirty="0">
                <a:latin typeface="푸라닭 젠틀 고딕" panose="00000500000000000000" pitchFamily="2" charset="-127"/>
                <a:ea typeface="푸라닭 젠틀 고딕"/>
              </a:rPr>
              <a:t>운동 루틴 추천(</a:t>
            </a:r>
            <a:r>
              <a:rPr lang="ko-KR" altLang="en-US" sz="3200" dirty="0" err="1">
                <a:latin typeface="푸라닭 젠틀 고딕" panose="00000500000000000000" pitchFamily="2" charset="-127"/>
                <a:ea typeface="푸라닭 젠틀 고딕"/>
              </a:rPr>
              <a:t>유산소.java</a:t>
            </a:r>
            <a:r>
              <a:rPr lang="ko-KR" altLang="en-US" sz="3200" dirty="0">
                <a:latin typeface="푸라닭 젠틀 고딕" panose="00000500000000000000" pitchFamily="2" charset="-127"/>
                <a:ea typeface="푸라닭 젠틀 고딕"/>
              </a:rPr>
              <a:t>)</a:t>
            </a:r>
            <a:r>
              <a:rPr lang="ko-KR" altLang="en-US" sz="3600" dirty="0">
                <a:latin typeface="푸라닭 젠틀 고딕" panose="00000500000000000000" pitchFamily="2" charset="-127"/>
                <a:ea typeface="푸라닭 젠틀 고딕"/>
              </a:rPr>
              <a:t> </a:t>
            </a:r>
            <a:endParaRPr lang="ko-KR" altLang="en-US" sz="3600" dirty="0"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4CB1-49D4-2B68-5F77-F4D231458DD6}"/>
              </a:ext>
            </a:extLst>
          </p:cNvPr>
          <p:cNvSpPr txBox="1"/>
          <p:nvPr/>
        </p:nvSpPr>
        <p:spPr>
          <a:xfrm>
            <a:off x="8087360" y="396240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FB7ACB6-BE94-E263-C77A-2ED8B40B552C}"/>
              </a:ext>
            </a:extLst>
          </p:cNvPr>
          <p:cNvSpPr/>
          <p:nvPr/>
        </p:nvSpPr>
        <p:spPr>
          <a:xfrm>
            <a:off x="731520" y="396240"/>
            <a:ext cx="829861" cy="839371"/>
          </a:xfrm>
          <a:prstGeom prst="round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3</a:t>
            </a:r>
            <a:endParaRPr lang="ko-KR" altLang="en-US" sz="28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8650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A722FB0B-B47E-02E6-F376-8DCE5DDB6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696" y="1890021"/>
            <a:ext cx="2330570" cy="4101838"/>
          </a:xfrm>
          <a:prstGeom prst="rect">
            <a:avLst/>
          </a:prstGeom>
          <a:ln w="101600">
            <a:solidFill>
              <a:schemeClr val="accent1">
                <a:shade val="15000"/>
                <a:alpha val="90000"/>
              </a:schemeClr>
            </a:solidFill>
          </a:ln>
        </p:spPr>
      </p:pic>
      <p:pic>
        <p:nvPicPr>
          <p:cNvPr id="13" name="그림 12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id="{5977432D-2689-3D1D-C392-267E20C9FC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668" y="1890021"/>
            <a:ext cx="2349621" cy="4101838"/>
          </a:xfrm>
          <a:prstGeom prst="rect">
            <a:avLst/>
          </a:prstGeom>
          <a:ln w="101600">
            <a:solidFill>
              <a:schemeClr val="accent1">
                <a:shade val="15000"/>
                <a:alpha val="90000"/>
              </a:schemeClr>
            </a:solidFill>
          </a:ln>
        </p:spPr>
      </p:pic>
      <p:pic>
        <p:nvPicPr>
          <p:cNvPr id="4" name="그림 3" descr="텍스트, 스크린샷, 소프트웨어, 운영 체제이(가) 표시된 사진&#10;&#10;자동 생성된 설명">
            <a:extLst>
              <a:ext uri="{FF2B5EF4-FFF2-40B4-BE49-F238E27FC236}">
                <a16:creationId xmlns:a16="http://schemas.microsoft.com/office/drawing/2014/main" id="{23F3C4AE-269A-517B-C5B5-5DCE0C26ED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54" y="1890021"/>
            <a:ext cx="2324219" cy="4101839"/>
          </a:xfrm>
          <a:prstGeom prst="rect">
            <a:avLst/>
          </a:prstGeom>
          <a:ln w="101600">
            <a:solidFill>
              <a:schemeClr val="accent1">
                <a:shade val="15000"/>
                <a:alpha val="9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B381CD-0DE5-F5F6-69E2-B4ABD7D48203}"/>
              </a:ext>
            </a:extLst>
          </p:cNvPr>
          <p:cNvSpPr txBox="1"/>
          <p:nvPr/>
        </p:nvSpPr>
        <p:spPr>
          <a:xfrm>
            <a:off x="1790459" y="492759"/>
            <a:ext cx="586340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3200" dirty="0">
                <a:latin typeface="푸라닭 젠틀 고딕" panose="00000500000000000000" pitchFamily="2" charset="-127"/>
                <a:ea typeface="푸라닭 젠틀 고딕"/>
              </a:rPr>
              <a:t>운동 루틴 추천(근력) </a:t>
            </a:r>
            <a:r>
              <a:rPr lang="en-US" altLang="ko-KR" sz="3200" dirty="0">
                <a:latin typeface="푸라닭 젠틀 고딕" panose="00000500000000000000" pitchFamily="2" charset="-127"/>
                <a:ea typeface="푸라닭 젠틀 고딕"/>
              </a:rPr>
              <a:t>- </a:t>
            </a:r>
            <a:r>
              <a:rPr lang="ko-KR" altLang="en-US" sz="3200" dirty="0" err="1">
                <a:latin typeface="푸라닭 젠틀 고딕" panose="00000500000000000000" pitchFamily="2" charset="-127"/>
                <a:ea typeface="푸라닭 젠틀 고딕"/>
              </a:rPr>
              <a:t>정두영</a:t>
            </a:r>
            <a:r>
              <a:rPr lang="en-US" altLang="ko-KR" sz="3200" dirty="0">
                <a:latin typeface="푸라닭 젠틀 고딕" panose="00000500000000000000" pitchFamily="2" charset="-127"/>
                <a:ea typeface="푸라닭 젠틀 고딕"/>
              </a:rPr>
              <a:t> </a:t>
            </a:r>
            <a:endParaRPr lang="ko-KR" altLang="en-US" sz="3200" dirty="0"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4CB1-49D4-2B68-5F77-F4D231458DD6}"/>
              </a:ext>
            </a:extLst>
          </p:cNvPr>
          <p:cNvSpPr txBox="1"/>
          <p:nvPr/>
        </p:nvSpPr>
        <p:spPr>
          <a:xfrm>
            <a:off x="8087360" y="396240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FB7ACB6-BE94-E263-C77A-2ED8B40B552C}"/>
              </a:ext>
            </a:extLst>
          </p:cNvPr>
          <p:cNvSpPr/>
          <p:nvPr/>
        </p:nvSpPr>
        <p:spPr>
          <a:xfrm>
            <a:off x="731520" y="396240"/>
            <a:ext cx="829861" cy="839371"/>
          </a:xfrm>
          <a:prstGeom prst="round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3</a:t>
            </a:r>
            <a:endParaRPr lang="ko-KR" altLang="en-US" sz="28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CD6895AA-8092-5DD9-2788-4CCA1BBFD766}"/>
              </a:ext>
            </a:extLst>
          </p:cNvPr>
          <p:cNvSpPr/>
          <p:nvPr/>
        </p:nvSpPr>
        <p:spPr>
          <a:xfrm>
            <a:off x="3853845" y="3471040"/>
            <a:ext cx="679450" cy="469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E07B356B-E72D-AFFF-185B-C4C734A4AAEC}"/>
              </a:ext>
            </a:extLst>
          </p:cNvPr>
          <p:cNvSpPr/>
          <p:nvPr/>
        </p:nvSpPr>
        <p:spPr>
          <a:xfrm>
            <a:off x="8087360" y="3471040"/>
            <a:ext cx="679450" cy="469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왼쪽 21">
            <a:extLst>
              <a:ext uri="{FF2B5EF4-FFF2-40B4-BE49-F238E27FC236}">
                <a16:creationId xmlns:a16="http://schemas.microsoft.com/office/drawing/2014/main" id="{0401E739-6B61-1747-5CDF-6EDE97955DE1}"/>
              </a:ext>
            </a:extLst>
          </p:cNvPr>
          <p:cNvSpPr/>
          <p:nvPr/>
        </p:nvSpPr>
        <p:spPr>
          <a:xfrm>
            <a:off x="1561381" y="2966720"/>
            <a:ext cx="229079" cy="17272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왼쪽 22">
            <a:extLst>
              <a:ext uri="{FF2B5EF4-FFF2-40B4-BE49-F238E27FC236}">
                <a16:creationId xmlns:a16="http://schemas.microsoft.com/office/drawing/2014/main" id="{4D323E01-D614-2BEB-53E2-9367B4E2040A}"/>
              </a:ext>
            </a:extLst>
          </p:cNvPr>
          <p:cNvSpPr/>
          <p:nvPr/>
        </p:nvSpPr>
        <p:spPr>
          <a:xfrm>
            <a:off x="5822626" y="2722880"/>
            <a:ext cx="229079" cy="17272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왼쪽 23">
            <a:extLst>
              <a:ext uri="{FF2B5EF4-FFF2-40B4-BE49-F238E27FC236}">
                <a16:creationId xmlns:a16="http://schemas.microsoft.com/office/drawing/2014/main" id="{9763AAC9-A6EE-8BAB-6F74-B9E97FD1D9D2}"/>
              </a:ext>
            </a:extLst>
          </p:cNvPr>
          <p:cNvSpPr/>
          <p:nvPr/>
        </p:nvSpPr>
        <p:spPr>
          <a:xfrm>
            <a:off x="5816671" y="3053080"/>
            <a:ext cx="229079" cy="17272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왼쪽 24">
            <a:extLst>
              <a:ext uri="{FF2B5EF4-FFF2-40B4-BE49-F238E27FC236}">
                <a16:creationId xmlns:a16="http://schemas.microsoft.com/office/drawing/2014/main" id="{309796C0-859D-65FC-BAA6-0EF816D93EEB}"/>
              </a:ext>
            </a:extLst>
          </p:cNvPr>
          <p:cNvSpPr/>
          <p:nvPr/>
        </p:nvSpPr>
        <p:spPr>
          <a:xfrm>
            <a:off x="6205702" y="3619630"/>
            <a:ext cx="229079" cy="17272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3B79EDE1-8B2C-EFDB-BEE8-AC53B07CEAEF}"/>
              </a:ext>
            </a:extLst>
          </p:cNvPr>
          <p:cNvSpPr/>
          <p:nvPr/>
        </p:nvSpPr>
        <p:spPr>
          <a:xfrm>
            <a:off x="5964405" y="5090160"/>
            <a:ext cx="229079" cy="254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538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53F8E274-2631-610F-F93F-A7F48EA7A2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54" y="1441626"/>
            <a:ext cx="3458220" cy="2964638"/>
          </a:xfrm>
          <a:prstGeom prst="rect">
            <a:avLst/>
          </a:prstGeom>
          <a:ln w="50800">
            <a:solidFill>
              <a:srgbClr val="002060">
                <a:alpha val="90000"/>
              </a:srgbClr>
            </a:solidFill>
          </a:ln>
        </p:spPr>
      </p:pic>
      <p:pic>
        <p:nvPicPr>
          <p:cNvPr id="25" name="그림 2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0237E30F-9D2F-ACF1-05B8-2801A89AE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95" y="4573517"/>
            <a:ext cx="2679700" cy="1831751"/>
          </a:xfrm>
          <a:prstGeom prst="rect">
            <a:avLst/>
          </a:prstGeom>
          <a:ln w="50800">
            <a:solidFill>
              <a:srgbClr val="002060">
                <a:alpha val="90000"/>
              </a:srgbClr>
            </a:solidFill>
          </a:ln>
        </p:spPr>
      </p:pic>
      <p:pic>
        <p:nvPicPr>
          <p:cNvPr id="23" name="그림 22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83831239-4E3E-492B-F0D2-122C407CD5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499" y="4573517"/>
            <a:ext cx="2558451" cy="1818703"/>
          </a:xfrm>
          <a:prstGeom prst="rect">
            <a:avLst/>
          </a:prstGeom>
          <a:ln w="50800">
            <a:solidFill>
              <a:srgbClr val="002060">
                <a:alpha val="90000"/>
              </a:srgbClr>
            </a:solidFill>
          </a:ln>
        </p:spPr>
      </p:pic>
      <p:pic>
        <p:nvPicPr>
          <p:cNvPr id="21" name="그림 20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2F3B871F-80F4-EA37-394D-127C0EB667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019" y="4576977"/>
            <a:ext cx="2679700" cy="1815243"/>
          </a:xfrm>
          <a:prstGeom prst="rect">
            <a:avLst/>
          </a:prstGeom>
          <a:ln w="50800">
            <a:solidFill>
              <a:srgbClr val="002060">
                <a:alpha val="90000"/>
              </a:srgbClr>
            </a:solidFill>
          </a:ln>
        </p:spPr>
      </p:pic>
      <p:pic>
        <p:nvPicPr>
          <p:cNvPr id="19" name="그림 18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4BE5CCD2-482E-3D85-502B-20A4D610C8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099" y="4588933"/>
            <a:ext cx="2743201" cy="1803288"/>
          </a:xfrm>
          <a:prstGeom prst="rect">
            <a:avLst/>
          </a:prstGeom>
          <a:ln w="50800">
            <a:solidFill>
              <a:srgbClr val="002060">
                <a:alpha val="90000"/>
              </a:srgbClr>
            </a:solidFill>
          </a:ln>
        </p:spPr>
      </p:pic>
      <p:pic>
        <p:nvPicPr>
          <p:cNvPr id="15" name="그림 1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F5B15D9D-69CC-2AC8-9AFE-BDF75BB3A0E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978" y="1441626"/>
            <a:ext cx="3640346" cy="2964638"/>
          </a:xfrm>
          <a:prstGeom prst="rect">
            <a:avLst/>
          </a:prstGeom>
          <a:ln w="50800">
            <a:solidFill>
              <a:srgbClr val="002060">
                <a:alpha val="90000"/>
              </a:srgbClr>
            </a:solidFill>
          </a:ln>
        </p:spPr>
      </p:pic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1D1E521B-3EB0-CFD4-D656-9D31011855A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253" y="1449436"/>
            <a:ext cx="3640346" cy="2964638"/>
          </a:xfrm>
          <a:prstGeom prst="rect">
            <a:avLst/>
          </a:prstGeom>
          <a:ln w="50800">
            <a:solidFill>
              <a:srgbClr val="002060">
                <a:alpha val="90000"/>
              </a:srgb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B381CD-0DE5-F5F6-69E2-B4ABD7D48203}"/>
              </a:ext>
            </a:extLst>
          </p:cNvPr>
          <p:cNvSpPr txBox="1"/>
          <p:nvPr/>
        </p:nvSpPr>
        <p:spPr>
          <a:xfrm>
            <a:off x="1790460" y="492759"/>
            <a:ext cx="729615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3200" dirty="0">
                <a:latin typeface="푸라닭 젠틀 고딕" panose="00000500000000000000" pitchFamily="2" charset="-127"/>
                <a:ea typeface="푸라닭 젠틀 고딕"/>
              </a:rPr>
              <a:t>운동 루틴 추천(</a:t>
            </a:r>
            <a:r>
              <a:rPr lang="ko-KR" altLang="en-US" sz="3200" dirty="0" err="1">
                <a:latin typeface="푸라닭 젠틀 고딕" panose="00000500000000000000" pitchFamily="2" charset="-127"/>
                <a:ea typeface="푸라닭 젠틀 고딕"/>
              </a:rPr>
              <a:t>근력.java</a:t>
            </a:r>
            <a:r>
              <a:rPr lang="ko-KR" altLang="en-US" sz="3200" dirty="0">
                <a:latin typeface="푸라닭 젠틀 고딕" panose="00000500000000000000" pitchFamily="2" charset="-127"/>
                <a:ea typeface="푸라닭 젠틀 고딕"/>
              </a:rPr>
              <a:t>)</a:t>
            </a:r>
            <a:r>
              <a:rPr lang="ko-KR" altLang="en-US" sz="3600" dirty="0">
                <a:latin typeface="푸라닭 젠틀 고딕" panose="00000500000000000000" pitchFamily="2" charset="-127"/>
                <a:ea typeface="푸라닭 젠틀 고딕"/>
              </a:rPr>
              <a:t> </a:t>
            </a:r>
            <a:endParaRPr lang="ko-KR" altLang="en-US" sz="3600" dirty="0"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4CB1-49D4-2B68-5F77-F4D231458DD6}"/>
              </a:ext>
            </a:extLst>
          </p:cNvPr>
          <p:cNvSpPr txBox="1"/>
          <p:nvPr/>
        </p:nvSpPr>
        <p:spPr>
          <a:xfrm>
            <a:off x="8087360" y="396240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FB7ACB6-BE94-E263-C77A-2ED8B40B552C}"/>
              </a:ext>
            </a:extLst>
          </p:cNvPr>
          <p:cNvSpPr/>
          <p:nvPr/>
        </p:nvSpPr>
        <p:spPr>
          <a:xfrm>
            <a:off x="731520" y="396240"/>
            <a:ext cx="829861" cy="839371"/>
          </a:xfrm>
          <a:prstGeom prst="round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3</a:t>
            </a:r>
            <a:endParaRPr lang="ko-KR" altLang="en-US" sz="28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1498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0EA1928C-0C30-D51F-8410-797FCD896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315" y="1648908"/>
            <a:ext cx="2343270" cy="4192483"/>
          </a:xfrm>
          <a:prstGeom prst="rect">
            <a:avLst/>
          </a:prstGeom>
          <a:ln w="101600">
            <a:solidFill>
              <a:schemeClr val="accent1">
                <a:shade val="15000"/>
                <a:alpha val="90000"/>
              </a:schemeClr>
            </a:solidFill>
          </a:ln>
        </p:spPr>
      </p:pic>
      <p:pic>
        <p:nvPicPr>
          <p:cNvPr id="11" name="그림 10" descr="텍스트, 스크린샷, 소프트웨어, 운영 체제이(가) 표시된 사진&#10;&#10;자동 생성된 설명">
            <a:extLst>
              <a:ext uri="{FF2B5EF4-FFF2-40B4-BE49-F238E27FC236}">
                <a16:creationId xmlns:a16="http://schemas.microsoft.com/office/drawing/2014/main" id="{3DB748D5-2B3C-BBA4-C929-ED138B211A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045" y="1648908"/>
            <a:ext cx="2362321" cy="4192483"/>
          </a:xfrm>
          <a:prstGeom prst="rect">
            <a:avLst/>
          </a:prstGeom>
          <a:ln w="101600">
            <a:solidFill>
              <a:schemeClr val="accent1">
                <a:shade val="15000"/>
                <a:alpha val="90000"/>
              </a:schemeClr>
            </a:solidFill>
          </a:ln>
        </p:spPr>
      </p:pic>
      <p:pic>
        <p:nvPicPr>
          <p:cNvPr id="6" name="그림 5" descr="스크린샷, 텍스트, 소프트웨어, 운영 체제이(가) 표시된 사진&#10;&#10;자동 생성된 설명">
            <a:extLst>
              <a:ext uri="{FF2B5EF4-FFF2-40B4-BE49-F238E27FC236}">
                <a16:creationId xmlns:a16="http://schemas.microsoft.com/office/drawing/2014/main" id="{008F65F7-DD66-8DC2-529D-2E67155561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24" y="1648909"/>
            <a:ext cx="2349621" cy="4198830"/>
          </a:xfrm>
          <a:prstGeom prst="rect">
            <a:avLst/>
          </a:prstGeom>
          <a:ln w="101600">
            <a:solidFill>
              <a:schemeClr val="accent1">
                <a:shade val="15000"/>
                <a:alpha val="9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B381CD-0DE5-F5F6-69E2-B4ABD7D48203}"/>
              </a:ext>
            </a:extLst>
          </p:cNvPr>
          <p:cNvSpPr txBox="1"/>
          <p:nvPr/>
        </p:nvSpPr>
        <p:spPr>
          <a:xfrm>
            <a:off x="1755955" y="492759"/>
            <a:ext cx="508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BMR</a:t>
            </a:r>
            <a:r>
              <a:rPr lang="ko-KR" altLang="en-US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측정 </a:t>
            </a:r>
            <a:r>
              <a:rPr lang="en-US" altLang="ko-KR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- </a:t>
            </a:r>
            <a:r>
              <a:rPr lang="ko-KR" altLang="en-US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홍재민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4CB1-49D4-2B68-5F77-F4D231458DD6}"/>
              </a:ext>
            </a:extLst>
          </p:cNvPr>
          <p:cNvSpPr txBox="1"/>
          <p:nvPr/>
        </p:nvSpPr>
        <p:spPr>
          <a:xfrm>
            <a:off x="8087360" y="396240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4929B58-44D8-C127-E79D-3419ACF48E09}"/>
              </a:ext>
            </a:extLst>
          </p:cNvPr>
          <p:cNvSpPr/>
          <p:nvPr/>
        </p:nvSpPr>
        <p:spPr>
          <a:xfrm>
            <a:off x="731520" y="396240"/>
            <a:ext cx="829861" cy="839371"/>
          </a:xfrm>
          <a:prstGeom prst="round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4</a:t>
            </a:r>
            <a:endParaRPr lang="ko-KR" altLang="en-US" sz="28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21F6CA3E-E70C-E7E2-9960-0A741922E06D}"/>
              </a:ext>
            </a:extLst>
          </p:cNvPr>
          <p:cNvSpPr/>
          <p:nvPr/>
        </p:nvSpPr>
        <p:spPr>
          <a:xfrm>
            <a:off x="2753359" y="3333031"/>
            <a:ext cx="360701" cy="469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1254C8BE-1EF9-5AC5-BABB-5461F0CAAA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534" y="1612080"/>
            <a:ext cx="2330570" cy="4229311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BECFBCB-6C64-AA67-0F25-E282A22E3ACE}"/>
              </a:ext>
            </a:extLst>
          </p:cNvPr>
          <p:cNvSpPr/>
          <p:nvPr/>
        </p:nvSpPr>
        <p:spPr>
          <a:xfrm>
            <a:off x="5856002" y="3333031"/>
            <a:ext cx="360701" cy="469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E45AF190-5EEF-0795-BC7E-692B8A43A211}"/>
              </a:ext>
            </a:extLst>
          </p:cNvPr>
          <p:cNvSpPr/>
          <p:nvPr/>
        </p:nvSpPr>
        <p:spPr>
          <a:xfrm>
            <a:off x="8941197" y="3275249"/>
            <a:ext cx="360701" cy="469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19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B381CD-0DE5-F5F6-69E2-B4ABD7D48203}"/>
              </a:ext>
            </a:extLst>
          </p:cNvPr>
          <p:cNvSpPr txBox="1"/>
          <p:nvPr/>
        </p:nvSpPr>
        <p:spPr>
          <a:xfrm>
            <a:off x="1755955" y="492759"/>
            <a:ext cx="508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BMR</a:t>
            </a:r>
            <a:r>
              <a:rPr lang="ko-KR" altLang="en-US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측정</a:t>
            </a:r>
            <a:r>
              <a:rPr lang="en-US" altLang="ko-KR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.JAVA</a:t>
            </a:r>
            <a:endParaRPr lang="ko-KR" altLang="en-US" sz="3200" dirty="0"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4CB1-49D4-2B68-5F77-F4D231458DD6}"/>
              </a:ext>
            </a:extLst>
          </p:cNvPr>
          <p:cNvSpPr txBox="1"/>
          <p:nvPr/>
        </p:nvSpPr>
        <p:spPr>
          <a:xfrm>
            <a:off x="8087360" y="396240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4929B58-44D8-C127-E79D-3419ACF48E09}"/>
              </a:ext>
            </a:extLst>
          </p:cNvPr>
          <p:cNvSpPr/>
          <p:nvPr/>
        </p:nvSpPr>
        <p:spPr>
          <a:xfrm>
            <a:off x="731520" y="396240"/>
            <a:ext cx="829861" cy="839371"/>
          </a:xfrm>
          <a:prstGeom prst="round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4</a:t>
            </a:r>
            <a:endParaRPr lang="ko-KR" altLang="en-US" sz="28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492EE18-FBC3-E87E-4CF8-5DAB3EAF9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2" y="1452880"/>
            <a:ext cx="3789679" cy="5119369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  <p:pic>
        <p:nvPicPr>
          <p:cNvPr id="11" name="그림 10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3DC2EBAC-117D-31D9-14AA-2E0D60B608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961" y="1452881"/>
            <a:ext cx="3708399" cy="5119369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  <p:pic>
        <p:nvPicPr>
          <p:cNvPr id="15" name="그림 1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9DE1B76C-E677-A318-432C-BFB1D8DF06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280" y="1452881"/>
            <a:ext cx="3586480" cy="5119370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</p:spTree>
    <p:extLst>
      <p:ext uri="{BB962C8B-B14F-4D97-AF65-F5344CB8AC3E}">
        <p14:creationId xmlns:p14="http://schemas.microsoft.com/office/powerpoint/2010/main" val="3688526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225DBB51-305D-CD5E-D7CF-A5C0C7633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0" y="1673118"/>
            <a:ext cx="2330570" cy="4121361"/>
          </a:xfrm>
          <a:prstGeom prst="rect">
            <a:avLst/>
          </a:prstGeom>
          <a:ln w="101600">
            <a:solidFill>
              <a:schemeClr val="accent1">
                <a:shade val="15000"/>
                <a:alpha val="9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B381CD-0DE5-F5F6-69E2-B4ABD7D48203}"/>
              </a:ext>
            </a:extLst>
          </p:cNvPr>
          <p:cNvSpPr txBox="1"/>
          <p:nvPr/>
        </p:nvSpPr>
        <p:spPr>
          <a:xfrm>
            <a:off x="1738701" y="492759"/>
            <a:ext cx="508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게시판 </a:t>
            </a:r>
            <a:r>
              <a:rPr lang="en-US" altLang="ko-KR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- </a:t>
            </a:r>
            <a:r>
              <a:rPr lang="ko-KR" altLang="en-US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홍재민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4CB1-49D4-2B68-5F77-F4D231458DD6}"/>
              </a:ext>
            </a:extLst>
          </p:cNvPr>
          <p:cNvSpPr txBox="1"/>
          <p:nvPr/>
        </p:nvSpPr>
        <p:spPr>
          <a:xfrm>
            <a:off x="8087360" y="396240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1E4F928-94D9-0348-309A-9F88E73BBA65}"/>
              </a:ext>
            </a:extLst>
          </p:cNvPr>
          <p:cNvSpPr/>
          <p:nvPr/>
        </p:nvSpPr>
        <p:spPr>
          <a:xfrm>
            <a:off x="731520" y="396240"/>
            <a:ext cx="829861" cy="839371"/>
          </a:xfrm>
          <a:prstGeom prst="round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5</a:t>
            </a:r>
            <a:endParaRPr lang="ko-KR" altLang="en-US" sz="28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0113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B381CD-0DE5-F5F6-69E2-B4ABD7D48203}"/>
              </a:ext>
            </a:extLst>
          </p:cNvPr>
          <p:cNvSpPr txBox="1"/>
          <p:nvPr/>
        </p:nvSpPr>
        <p:spPr>
          <a:xfrm>
            <a:off x="1738701" y="492759"/>
            <a:ext cx="508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게시판</a:t>
            </a:r>
            <a:r>
              <a:rPr lang="en-US" altLang="ko-KR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.JAVA</a:t>
            </a:r>
            <a:endParaRPr lang="ko-KR" altLang="en-US" sz="3200" dirty="0"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4CB1-49D4-2B68-5F77-F4D231458DD6}"/>
              </a:ext>
            </a:extLst>
          </p:cNvPr>
          <p:cNvSpPr txBox="1"/>
          <p:nvPr/>
        </p:nvSpPr>
        <p:spPr>
          <a:xfrm>
            <a:off x="8087360" y="396240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1E4F928-94D9-0348-309A-9F88E73BBA65}"/>
              </a:ext>
            </a:extLst>
          </p:cNvPr>
          <p:cNvSpPr/>
          <p:nvPr/>
        </p:nvSpPr>
        <p:spPr>
          <a:xfrm>
            <a:off x="731520" y="396240"/>
            <a:ext cx="829861" cy="839371"/>
          </a:xfrm>
          <a:prstGeom prst="round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5</a:t>
            </a:r>
            <a:endParaRPr lang="ko-KR" altLang="en-US" sz="28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pic>
        <p:nvPicPr>
          <p:cNvPr id="13" name="그림 12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9970F554-2C90-D503-548B-B6ADACE9B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488055"/>
            <a:ext cx="5191760" cy="4973705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  <p:pic>
        <p:nvPicPr>
          <p:cNvPr id="15" name="그림 1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5BC89390-3935-50B4-8247-A9A4B2D7B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440" y="1488055"/>
            <a:ext cx="5232400" cy="4973705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</p:spTree>
    <p:extLst>
      <p:ext uri="{BB962C8B-B14F-4D97-AF65-F5344CB8AC3E}">
        <p14:creationId xmlns:p14="http://schemas.microsoft.com/office/powerpoint/2010/main" val="2016590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2E27A12-C8F4-E1C4-1655-E246449636FB}"/>
              </a:ext>
            </a:extLst>
          </p:cNvPr>
          <p:cNvGrpSpPr/>
          <p:nvPr/>
        </p:nvGrpSpPr>
        <p:grpSpPr>
          <a:xfrm>
            <a:off x="4094810" y="2345306"/>
            <a:ext cx="4002379" cy="1886168"/>
            <a:chOff x="4094810" y="2611120"/>
            <a:chExt cx="4002379" cy="188616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82C7CD-3C52-BCBD-19F4-3F1C5008CAD7}"/>
                </a:ext>
              </a:extLst>
            </p:cNvPr>
            <p:cNvSpPr txBox="1"/>
            <p:nvPr/>
          </p:nvSpPr>
          <p:spPr>
            <a:xfrm>
              <a:off x="4094810" y="2611120"/>
              <a:ext cx="4002379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8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+mj-lt"/>
                </a:rPr>
                <a:t>PART 3</a:t>
              </a:r>
              <a:r>
                <a:rPr lang="en-US" altLang="ko-KR" sz="8800" dirty="0">
                  <a:solidFill>
                    <a:schemeClr val="bg1"/>
                  </a:solidFill>
                  <a:latin typeface="+mj-lt"/>
                </a:rPr>
                <a:t>.</a:t>
              </a:r>
              <a:endParaRPr lang="ko-KR" altLang="en-US" sz="8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A3D2C8-E685-C068-E1B6-EC0FB5318D56}"/>
                </a:ext>
              </a:extLst>
            </p:cNvPr>
            <p:cNvSpPr txBox="1"/>
            <p:nvPr/>
          </p:nvSpPr>
          <p:spPr>
            <a:xfrm>
              <a:off x="4419600" y="3974068"/>
              <a:ext cx="31800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8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푸라닭 젠틀 고딕" panose="00000500000000000000" pitchFamily="2" charset="-127"/>
                  <a:ea typeface="푸라닭 젠틀 고딕" panose="00000500000000000000" pitchFamily="2" charset="-127"/>
                </a:rPr>
                <a:t> 실행 영상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324341A-F158-FD00-C494-5BF02C11D9F8}"/>
              </a:ext>
            </a:extLst>
          </p:cNvPr>
          <p:cNvSpPr txBox="1"/>
          <p:nvPr/>
        </p:nvSpPr>
        <p:spPr>
          <a:xfrm>
            <a:off x="8546351" y="386638"/>
            <a:ext cx="345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027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B381CD-0DE5-F5F6-69E2-B4ABD7D48203}"/>
              </a:ext>
            </a:extLst>
          </p:cNvPr>
          <p:cNvSpPr txBox="1"/>
          <p:nvPr/>
        </p:nvSpPr>
        <p:spPr>
          <a:xfrm>
            <a:off x="1730075" y="492759"/>
            <a:ext cx="508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실행 영상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4CB1-49D4-2B68-5F77-F4D231458DD6}"/>
              </a:ext>
            </a:extLst>
          </p:cNvPr>
          <p:cNvSpPr txBox="1"/>
          <p:nvPr/>
        </p:nvSpPr>
        <p:spPr>
          <a:xfrm>
            <a:off x="8087360" y="396240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14586B4-2A05-B86C-7C1E-F41EFFB37661}"/>
              </a:ext>
            </a:extLst>
          </p:cNvPr>
          <p:cNvSpPr/>
          <p:nvPr/>
        </p:nvSpPr>
        <p:spPr>
          <a:xfrm>
            <a:off x="731520" y="396240"/>
            <a:ext cx="829861" cy="839371"/>
          </a:xfrm>
          <a:prstGeom prst="round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6</a:t>
            </a:r>
            <a:endParaRPr lang="ko-KR" altLang="en-US" sz="28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pic>
        <p:nvPicPr>
          <p:cNvPr id="3" name="그림 2" descr="텍스트, 스크린샷, 폰트, 운영 체제이(가) 표시된 사진&#10;&#10;자동 생성된 설명">
            <a:extLst>
              <a:ext uri="{FF2B5EF4-FFF2-40B4-BE49-F238E27FC236}">
                <a16:creationId xmlns:a16="http://schemas.microsoft.com/office/drawing/2014/main" id="{94031EA1-C7FC-34AA-DEC6-A1D8D46B1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872" y="1834409"/>
            <a:ext cx="2349621" cy="4134061"/>
          </a:xfrm>
          <a:prstGeom prst="rect">
            <a:avLst/>
          </a:prstGeom>
          <a:ln w="101600">
            <a:solidFill>
              <a:srgbClr val="002060">
                <a:alpha val="90000"/>
              </a:srgbClr>
            </a:solidFill>
          </a:ln>
        </p:spPr>
      </p:pic>
    </p:spTree>
    <p:extLst>
      <p:ext uri="{BB962C8B-B14F-4D97-AF65-F5344CB8AC3E}">
        <p14:creationId xmlns:p14="http://schemas.microsoft.com/office/powerpoint/2010/main" val="4226984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2E27A12-C8F4-E1C4-1655-E246449636FB}"/>
              </a:ext>
            </a:extLst>
          </p:cNvPr>
          <p:cNvGrpSpPr/>
          <p:nvPr/>
        </p:nvGrpSpPr>
        <p:grpSpPr>
          <a:xfrm>
            <a:off x="4094810" y="2345306"/>
            <a:ext cx="4002379" cy="1886168"/>
            <a:chOff x="4094810" y="2611120"/>
            <a:chExt cx="4002379" cy="188616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82C7CD-3C52-BCBD-19F4-3F1C5008CAD7}"/>
                </a:ext>
              </a:extLst>
            </p:cNvPr>
            <p:cNvSpPr txBox="1"/>
            <p:nvPr/>
          </p:nvSpPr>
          <p:spPr>
            <a:xfrm>
              <a:off x="4094810" y="2611120"/>
              <a:ext cx="4002379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8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+mj-lt"/>
                </a:rPr>
                <a:t>PART 4</a:t>
              </a:r>
              <a:r>
                <a:rPr lang="en-US" altLang="ko-KR" sz="8800" dirty="0">
                  <a:solidFill>
                    <a:schemeClr val="bg1"/>
                  </a:solidFill>
                  <a:latin typeface="+mj-lt"/>
                </a:rPr>
                <a:t>.</a:t>
              </a:r>
              <a:endParaRPr lang="ko-KR" altLang="en-US" sz="8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A3D2C8-E685-C068-E1B6-EC0FB5318D56}"/>
                </a:ext>
              </a:extLst>
            </p:cNvPr>
            <p:cNvSpPr txBox="1"/>
            <p:nvPr/>
          </p:nvSpPr>
          <p:spPr>
            <a:xfrm>
              <a:off x="4419600" y="3974068"/>
              <a:ext cx="31800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8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푸라닭 젠틀 고딕" panose="00000500000000000000" pitchFamily="2" charset="-127"/>
                  <a:ea typeface="푸라닭 젠틀 고딕" panose="00000500000000000000" pitchFamily="2" charset="-127"/>
                </a:rPr>
                <a:t> </a:t>
              </a:r>
              <a:r>
                <a:rPr lang="ko-KR" altLang="en-US" sz="2800" dirty="0" err="1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푸라닭 젠틀 고딕" panose="00000500000000000000" pitchFamily="2" charset="-127"/>
                  <a:ea typeface="푸라닭 젠틀 고딕" panose="00000500000000000000" pitchFamily="2" charset="-127"/>
                </a:rPr>
                <a:t>느낀점</a:t>
              </a:r>
              <a:endParaRPr lang="ko-KR" altLang="en-US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324341A-F158-FD00-C494-5BF02C11D9F8}"/>
              </a:ext>
            </a:extLst>
          </p:cNvPr>
          <p:cNvSpPr txBox="1"/>
          <p:nvPr/>
        </p:nvSpPr>
        <p:spPr>
          <a:xfrm>
            <a:off x="8546351" y="386638"/>
            <a:ext cx="345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9575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8DEB2E2-C05B-CD68-6BBD-C7EA72DDCF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53A46C-98D6-339C-FB46-1F2B5C030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0040"/>
            <a:ext cx="12192000" cy="6121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E94E8F-221C-FB30-7EAE-238D3B10AB7E}"/>
              </a:ext>
            </a:extLst>
          </p:cNvPr>
          <p:cNvSpPr txBox="1"/>
          <p:nvPr/>
        </p:nvSpPr>
        <p:spPr>
          <a:xfrm>
            <a:off x="8412480" y="416560"/>
            <a:ext cx="3454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MOBLIE PROGRAMMING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5E4B2-CC55-9A4C-E6A8-321ADDB1CDB1}"/>
              </a:ext>
            </a:extLst>
          </p:cNvPr>
          <p:cNvSpPr txBox="1"/>
          <p:nvPr/>
        </p:nvSpPr>
        <p:spPr>
          <a:xfrm>
            <a:off x="2159000" y="2616368"/>
            <a:ext cx="8056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감사합니다</a:t>
            </a:r>
            <a:r>
              <a:rPr lang="en-US" altLang="ko-KR" sz="6000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.</a:t>
            </a:r>
            <a:endParaRPr lang="ko-KR" altLang="en-US" sz="6000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B57AF4-0A4E-9DF4-DDE1-97BE7D26EB53}"/>
              </a:ext>
            </a:extLst>
          </p:cNvPr>
          <p:cNvSpPr txBox="1"/>
          <p:nvPr/>
        </p:nvSpPr>
        <p:spPr>
          <a:xfrm>
            <a:off x="4612640" y="4389120"/>
            <a:ext cx="296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  <a:latin typeface="푸라닭 젠틀 고딕" panose="00000500000000000000" pitchFamily="2" charset="-127"/>
                <a:ea typeface="푸라닭 젠틀 고딕" panose="00000500000000000000" pitchFamily="2" charset="-127"/>
              </a:rPr>
              <a:t>-END-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푸라닭 젠틀 고딕" panose="00000500000000000000" pitchFamily="2" charset="-127"/>
              <a:ea typeface="푸라닭 젠틀 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5467535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164</ep:Words>
  <ep:PresentationFormat>와이드스크린</ep:PresentationFormat>
  <ep:Paragraphs>66</ep:Paragraphs>
  <ep:Slides>21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ep:HeadingPairs>
  <ep:TitlesOfParts>
    <vt:vector size="22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2023-06-08T13:56:56.000</dcterms:created>
  <dc:creator>추교상</dc:creator>
  <cp:lastModifiedBy>User</cp:lastModifiedBy>
  <dcterms:modified xsi:type="dcterms:W3CDTF">2023-06-13T06:38:36.799</dcterms:modified>
  <cp:revision>197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